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B84C43B-6D45-47A8-9A0A-B54BC3B54E0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69A0003-3421-432F-92E5-78E7C7A3C4F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DejaVu Sans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DejaVu Sans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DejaVu San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DejaVu San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DejaVu San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DejaVu San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DejaVu San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DejaVu San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DejaVu Sans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DejaVu Sans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DejaVu Sans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DejaVu Sans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DejaVu Sans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DejaVu Sans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DejaVu Sans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DejaVu Sans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DejaVu Serif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DejaVu Serif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DejaVu Serif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DejaVu Serif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DejaVu Serif"/>
              </a:defRPr>
            </a:lvl1pPr>
          </a:lstStyle>
          <a:p>
            <a:pPr indent="0" algn="r">
              <a:buNone/>
            </a:pPr>
            <a:fld id="{1290F22F-4ED8-482F-8756-ABDFFD879F1B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DejaVu Serif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 txBox="1"/>
          <p:nvPr/>
        </p:nvSpPr>
        <p:spPr>
          <a:xfrm>
            <a:off x="720000" y="720000"/>
            <a:ext cx="7200000" cy="144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</a:rPr>
              <a:t>Folio PowerPoint conversion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"/>
          <p:cNvSpPr txBox="1"/>
          <p:nvPr/>
        </p:nvSpPr>
        <p:spPr>
          <a:xfrm>
            <a:off x="720000" y="720000"/>
            <a:ext cx="7200000" cy="144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</a:rPr>
              <a:t>Practice questions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LibreOffice/26.2.5.2$Linux_X86_64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